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1371600"/>
            <a:ext cx="3657600" cy="3657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572000"/>
            <a:ext cx="3657600" cy="3657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73152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1086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863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30" kern="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Building an AI Issue Triage Tool with the GitHub Copilot SDK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From empty file to streaming web app in 60 minutes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530352"/>
            <a:ext cx="1097280" cy="384048"/>
          </a:xfrm>
          <a:prstGeom prst="rect">
            <a:avLst/>
          </a:prstGeom>
          <a:solidFill>
            <a:srgbClr val="091F2E"/>
          </a:solidFill>
          <a:ln w="12700">
            <a:solidFill>
              <a:srgbClr val="091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By Renee Noble · MIT License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is the Copilot SDK?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Editor Copilot vs the SDK — a side-by-side comparison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384048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in your editor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tool for developers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Built into VS Code, JetBrains, etc.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Suggests code while you 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 see the results on screen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384048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Copilot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3B1E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building block for applications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Python / JS / C# library you install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app calls it like any other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code receives results and decides next steps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 parts: Client → Session → Tools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Agentic Loop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Prompt → tool call → result → model re-evaluates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72946" y="3456432"/>
            <a:ext cx="9243060" cy="36576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066" y="3291840"/>
            <a:ext cx="365760" cy="365760"/>
          </a:xfrm>
          <a:prstGeom prst="ellipse">
            <a:avLst/>
          </a:prstGeom>
          <a:solidFill>
            <a:srgbClr val="B1B3B3"/>
          </a:solidFill>
          <a:ln w="12700">
            <a:solidFill>
              <a:srgbClr val="B1B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006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Prompt sent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"Analyse this issue"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8678" y="3291840"/>
            <a:ext cx="365760" cy="365760"/>
          </a:xfrm>
          <a:prstGeom prst="ellipse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867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8692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8692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Tool requested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34412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e.g. get_github_issue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7290" y="3291840"/>
            <a:ext cx="365760" cy="365760"/>
          </a:xfrm>
          <a:prstGeom prst="ellipse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729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37304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3B1E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7304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Tool executes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3024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code returns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5902" y="32918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590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85916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5916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Result fed back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1636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Model reads and decides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4514" y="32918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451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34528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34528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Loop or finish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80248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More tools if needed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33126" y="3291840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312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8314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8314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Final response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2886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Structured assessment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 don't script the sequence — the model picks tools based on what it needs.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we built (Architecture)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One file, four layers, SDK in the middle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Browser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Pre-built 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EventSource receives SSE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Renders chat bubbles in real-time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Lives in src/static/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C3B1E1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FastAPI Server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3B1E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/api/analyse + /api/post-analysis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Async queue bridges SDK → SSE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LANG=ja switches to Japanese mode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5362956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Copilot SDK + 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gpt-4.1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/ Session /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Generates responses + tool calls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Streams events 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7356" y="4206240"/>
            <a:ext cx="5362956" cy="173736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356" y="4206240"/>
            <a:ext cx="5362956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1676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GitHub REST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1676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97396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Issues / Contents / Code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Auth via GITHUB_TOKEN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Writes back PostComment / AddLabels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 Actions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1B3B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Clone the repo and try it on your own issues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Workshop course (original)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github.com/reneenoble/github-copilot-sdk-for-beginners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2011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Today's repo (JA branch)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5956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github.com/ChibaYuki347/copilot-sdk-github-issue-analyser/tree/ja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54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docs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github.com/github/copilot-sdk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7356" y="3154680"/>
            <a:ext cx="5362956" cy="777240"/>
          </a:xfrm>
          <a:prstGeom prst="rect">
            <a:avLst/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7356" y="3154680"/>
            <a:ext cx="54864" cy="77724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Run command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5956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serve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8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Star the repo to help others find it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 Issue Triage Tool with the GitHub Copilot SDK</dc:title>
  <dc:subject>PptxGenJS Presentation</dc:subject>
  <dc:creator>Renee Noble — Original workshop</dc:creator>
  <cp:lastModifiedBy>Renee Noble — Original workshop</cp:lastModifiedBy>
  <cp:revision>1</cp:revision>
  <dcterms:created xsi:type="dcterms:W3CDTF">2026-05-19T13:42:20Z</dcterms:created>
  <dcterms:modified xsi:type="dcterms:W3CDTF">2026-05-19T13:42:20Z</dcterms:modified>
</cp:coreProperties>
</file>