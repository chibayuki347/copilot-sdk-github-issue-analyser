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029200" cy="5029200"/>
          </a:xfrm>
          <a:prstGeom prst="ellipse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2952" y="1371600"/>
            <a:ext cx="3657600" cy="3657600"/>
          </a:xfrm>
          <a:prstGeom prst="ellipse">
            <a:avLst/>
          </a:prstGeom>
          <a:solidFill>
            <a:srgbClr val="FE5B38"/>
          </a:solidFill>
          <a:ln w="12700">
            <a:solidFill>
              <a:srgbClr val="FE5B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4572000"/>
            <a:ext cx="3657600" cy="3657600"/>
          </a:xfrm>
          <a:prstGeom prst="ellipse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73152" cy="109728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1086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CC7E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COPILOT SDK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863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30" kern="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Copilot SDK で AI Issue トリアージツールを構築する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空のファイルからストリーミング Web アプリへ、75 分で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530352"/>
            <a:ext cx="1097280" cy="384048"/>
          </a:xfrm>
          <a:prstGeom prst="rect">
            <a:avLst/>
          </a:prstGeom>
          <a:solidFill>
            <a:srgbClr val="FFF8F3"/>
          </a:solidFill>
          <a:ln w="12700">
            <a:solidFill>
              <a:srgbClr val="FF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Original by Renee Noble · 日本語版 @ChibaYuki347 (MIT License)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 とは？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エディタ内 Copilot との違いを 2 列で比較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62956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5362956" cy="54864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エディタ内の Copilot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開発者向けツール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8143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VS Code / JetBrains 等に組み込まれている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入力中にコードを提案する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画面上で結果を見るだけ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103120"/>
            <a:ext cx="5362956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2103120"/>
            <a:ext cx="5362956" cy="54864"/>
          </a:xfrm>
          <a:prstGeom prst="rect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025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アプリケーションの構成要素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7396" y="3337560"/>
            <a:ext cx="48143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Python / JS / C# のライブラリとして import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あなたのアプリが他ライブラリと同様に呼び出す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結果は あなたのコードが受け取り、次の挙動を決める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Client → Session → Tools の 3 要素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エージェント型ループ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 → ツール呼び出し → 結果 → モデル再評価 のサイクル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72946" y="3456432"/>
            <a:ext cx="9243060" cy="36576"/>
          </a:xfrm>
          <a:prstGeom prst="rect">
            <a:avLst/>
          </a:prstGeom>
          <a:solidFill>
            <a:srgbClr val="E0DDD6"/>
          </a:solidFill>
          <a:ln w="12700">
            <a:solidFill>
              <a:srgbClr val="E0D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0066" y="3291840"/>
            <a:ext cx="365760" cy="365760"/>
          </a:xfrm>
          <a:prstGeom prst="ellipse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006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プロンプト送信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「この Issue を解析してください」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38678" y="3291840"/>
            <a:ext cx="365760" cy="365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8678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88692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78D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88692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ツール呼び出し要求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34412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例: get_github_issue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7290" y="3291840"/>
            <a:ext cx="365760" cy="365760"/>
          </a:xfrm>
          <a:prstGeom prst="ellipse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729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37304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025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7304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ツール実行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3024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あなたのコードがデータを返す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35902" y="3291840"/>
            <a:ext cx="365760" cy="365760"/>
          </a:xfrm>
          <a:prstGeom prst="ellipse">
            <a:avLst/>
          </a:prstGeom>
          <a:solidFill>
            <a:srgbClr val="FE5B38"/>
          </a:solidFill>
          <a:ln w="12700">
            <a:solidFill>
              <a:srgbClr val="FE5B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590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85916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E5B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85916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モデル再評価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31636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結果を読んで次の手を決める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4514" y="3291840"/>
            <a:ext cx="365760" cy="365760"/>
          </a:xfrm>
          <a:prstGeom prst="ellipse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4514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34528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F3A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34528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ループ or 完了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80248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必要なら追加のツール呼び出し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533126" y="3291840"/>
            <a:ext cx="365760" cy="365760"/>
          </a:xfrm>
          <a:prstGeom prst="ellipse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3312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83140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F3A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83140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最終出力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928860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構造化された複雑さ評価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26364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シーケンスはスクリプトで固定しない。モデルが必要に応じて選択する。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構築したもの (アーキテクチャ)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つのファイルに 4 層、SDK が中央で UI とモデルを橋渡し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536295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ブラウザ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ビルド済みフロントエンド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EventSource で SSE を受信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チャットバブルを順次描画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src/static/ に格納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10312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2103120"/>
            <a:ext cx="5362956" cy="54864"/>
          </a:xfrm>
          <a:prstGeom prst="rect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FastAPI サーバー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025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7396" y="3337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/api/analyse + /api/post-analysis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非同期キューが SDK → SSE を橋渡し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LANG=ja で日本語応答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06240"/>
            <a:ext cx="5362956" cy="54864"/>
          </a:xfrm>
          <a:prstGeom prst="rect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891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Copilot SDK + モデル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F3A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gpt-4.1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440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Client / Session /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レスポンスとツール呼び出しを生成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Streaming イベントで返す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7356" y="420624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7356" y="4206240"/>
            <a:ext cx="5362956" cy="54864"/>
          </a:xfrm>
          <a:prstGeom prst="rect">
            <a:avLst/>
          </a:prstGeom>
          <a:solidFill>
            <a:srgbClr val="FE5B38"/>
          </a:solidFill>
          <a:ln w="12700">
            <a:solidFill>
              <a:srgbClr val="FE5B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1676" y="43891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GitHub REST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51676" y="48463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E5B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データ層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97396" y="5440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Issues / Contents / Code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GITHUB_TOKEN で認証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PostComment / AddLabels に書き戻し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次のアクション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リポジトリを clone して、ご自身のリポジトリの Issue で試してみてください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21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コース教材 (英語版)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423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github.com/reneenoble/github-copilot-sdk-for-beginners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77356" y="2011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7356" y="2011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5956" y="2121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本日のリポジトリ (日本語ブランチ)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05956" y="2423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github.com/ChibaYuki347/copilot-sdk-github-issue-analyser/tree/ja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54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64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 ドキュメント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566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github.com/github/copilot-sdk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77356" y="3154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7356" y="3154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5956" y="3264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起動コマンド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05956" y="3566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APP_LANG=ja python app.py serve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リポジトリに star を付けていただけると、より多くの方に届きます 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Copilot SDK で AI Issue トリアージツールを構築する</dc:title>
  <dc:subject>PptxGenJS Presentation</dc:subject>
  <dc:creator>Original by Renee Noble / 日本語版 @ChibaYuki347</dc:creator>
  <cp:lastModifiedBy>Original by Renee Noble / 日本語版 @ChibaYuki347</cp:lastModifiedBy>
  <cp:revision>1</cp:revision>
  <dcterms:created xsi:type="dcterms:W3CDTF">2026-05-19T13:11:01Z</dcterms:created>
  <dcterms:modified xsi:type="dcterms:W3CDTF">2026-05-19T13:11:01Z</dcterms:modified>
</cp:coreProperties>
</file>